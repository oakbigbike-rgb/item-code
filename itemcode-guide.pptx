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หน้าปก: อธิบายว่าเครื่องมือนี้ทำอะไร และดูแลกี่เกม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เปรียบเทียบงานเดิมกับหลังมีเครื่องมือ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อธิบายภาษาสีของปฏิทิน — เกณฑ์มาจากจำนวนช่องที่ชีทเตรียมไว้จริง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สี่ขั้นตอน เรียงตามลำดับที่ต้องทำจริง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ผลตรวจ 3 แบบ และตัวเลขจริงของระบบ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ข้อจำกัดที่ต้องรู้ก่อนใช้งานจริง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00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spc="100" kern="0" dirty="0">
                <a:solidFill>
                  <a:srgbClr val="FF9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คู่มือฉบับย่อ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2011680"/>
            <a:ext cx="6766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8EA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ตัวช่วยดูแล</a:t>
            </a:r>
            <a:endParaRPr lang="en-US" sz="46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600" b="1" dirty="0">
                <a:solidFill>
                  <a:srgbClr val="F8EA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โค้ดแจกสตรีม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40690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50" dirty="0">
                <a:solidFill>
                  <a:srgbClr val="C9AE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รวมโค้ดของ 5 เกมจาก Google Sheets มาไว้หน้าเดียว  บอกว่าวันไหนกรอกครบ วันไหนยังขาด แล้วลองเติมโค้ดจริงให้ว่าใช้ได้ไหม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81812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6676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1540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6404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6132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09960" y="214884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1812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6676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1540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6404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1268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6132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09960" y="269748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812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6404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09960" y="324612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1812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6676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1540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6404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56132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109960" y="379476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1812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6676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540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6404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1268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132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109960" y="4343400"/>
            <a:ext cx="438912" cy="438912"/>
          </a:xfrm>
          <a:prstGeom prst="roundRect">
            <a:avLst>
              <a:gd name="adj" fmla="val 8333"/>
            </a:avLst>
          </a:prstGeom>
          <a:solidFill>
            <a:srgbClr val="3B2A32"/>
          </a:solidFill>
          <a:ln w="9525">
            <a:solidFill>
              <a:srgbClr val="5A42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5029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1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เขียว = กรอกครบ   แดง = ยังไม่มีโค้ด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59436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81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Zone4 · WarZ · Talesrunner · Cabal PC · Cabal M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ก่อนหน้านี้ทำยังไง กับตอนนี้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52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งานเดิมไม่ได้ยาก แค่ต้องไม่ลืม — ซึ่งเป็นเรื่องที่คนพลาดง่ายที่สุด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  <a:effectLst>
            <a:outerShdw sx="100000" sy="100000" kx="0" ky="0" algn="bl" rotWithShape="0" blurRad="152400" dist="38100" dir="5400000">
              <a:srgbClr val="D9C2CB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61288" y="2103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5C4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เมื่อก่อน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161288" y="272491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E05C43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6151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เปิดชีทของ 5 เกมทีละไฟล์ ไล่ดูเองว่าวันไหนยังว่าง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161288" y="351129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E05C43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4015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ชีทวันใหม่ถูกสร้างไว้แต่ยังไม่มีใครกรอก ก็ไม่มีใครรู้จนถึงวันจริง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161288" y="429768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E05C43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418795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อยากรู้ว่าโค้ดใช้ได้ไหม ต้องก็อปไปลองเติมทีละตัว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161288" y="508406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E05C43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497433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เคยเช็คอันไหนไปแล้ว จำเอาเอง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46520" y="1828800"/>
            <a:ext cx="493776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  <a:effectLst>
            <a:outerShdw sx="100000" sy="100000" kx="0" ky="0" algn="bl" rotWithShape="0" blurRad="152400" dist="38100" dir="5400000">
              <a:srgbClr val="D9C2CB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30568" y="21031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FA87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30568" y="2724912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3FA87C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261518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หน้าเดียวเห็นครบทั้ง 5 เกม อัปเดตเองทุกครึ่งชั่วโมง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30568" y="3511296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3FA87C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40156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วันที่ยังไม่กรอกขึ้นสีเหลือง–แดงตั้งแต่ชีทเพิ่งถูกสร้าง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30568" y="4297680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3FA87C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418795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กดปุ่มเดียว โค้ดถูกคัดลอกและเปิดหน้าเติมของเกมนั้นให้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30568" y="5084064"/>
            <a:ext cx="155448" cy="155448"/>
          </a:xfrm>
          <a:prstGeom prst="roundRect">
            <a:avLst>
              <a:gd name="adj" fmla="val 23529"/>
            </a:avLst>
          </a:prstGeom>
          <a:solidFill>
            <a:srgbClr val="3FA87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0" y="497433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ผลตรวจถูกบันทึกไว้ ไม่ตรวจซ้ำที่เคยตรวจแล้ว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ปฏิทินความครอบคลุม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52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หนึ่งช่องคือหนึ่งวัน — ไล่สายตาแนวนอนก็รู้ว่าเกมไหนเตรียมโค้ดไว้ยาวถึงเมื่อไหร่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1579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26151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723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295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9867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4439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9011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583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8155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727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299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871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644384" y="17465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7240" y="2039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Zone4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1945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089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233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377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521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237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2057400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2606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WarZ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1945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661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805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521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665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237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80960" y="2624328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3172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Talesrunner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21945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6517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1089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661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0233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4805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9377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3949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8521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093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665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2237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80960" y="3191256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373989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Cabal PC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21945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517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1089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5661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0233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4805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949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8521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3093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7665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2237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680960" y="3758184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7240" y="4306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Cabal M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21945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6517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1089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5661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0233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4805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9377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949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8521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093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665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2237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80960" y="4325112"/>
            <a:ext cx="384048" cy="384048"/>
          </a:xfrm>
          <a:prstGeom prst="roundRect">
            <a:avLst>
              <a:gd name="adj" fmla="val 9524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5001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56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สิงหาคม 2026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777240" y="47091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197864" y="4654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กรอกครบแล้ว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3291840" y="465429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โค้ดครบทุกช่องตามที่ชีทเตรียมไว้</a:t>
            </a:r>
            <a:endParaRPr lang="en-US" sz="1150" dirty="0"/>
          </a:p>
        </p:txBody>
      </p:sp>
      <p:sp>
        <p:nvSpPr>
          <p:cNvPr id="91" name="Shape 89"/>
          <p:cNvSpPr/>
          <p:nvPr/>
        </p:nvSpPr>
        <p:spPr>
          <a:xfrm>
            <a:off x="777240" y="52212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FD3"/>
          </a:solidFill>
          <a:ln w="9525">
            <a:solidFill>
              <a:srgbClr val="D9A21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197864" y="5166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กรอกไม่ครบ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291840" y="51663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มีโค้ดแล้วแต่ยังไม่เต็ม เช่นเตรียม 12 กรอกไป 1</a:t>
            </a:r>
            <a:endParaRPr lang="en-US" sz="1150" dirty="0"/>
          </a:p>
        </p:txBody>
      </p:sp>
      <p:sp>
        <p:nvSpPr>
          <p:cNvPr id="94" name="Shape 92"/>
          <p:cNvSpPr/>
          <p:nvPr/>
        </p:nvSpPr>
        <p:spPr>
          <a:xfrm>
            <a:off x="777240" y="573328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197864" y="56784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ยังไม่มีโค้ดเลย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3291840" y="567842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ชีทถูกสร้างแล้วแต่ยังว่าง หรือขาดไปทั้งวัน</a:t>
            </a:r>
            <a:endParaRPr lang="en-US" sz="1150" dirty="0"/>
          </a:p>
        </p:txBody>
      </p:sp>
      <p:sp>
        <p:nvSpPr>
          <p:cNvPr id="97" name="Shape 95"/>
          <p:cNvSpPr/>
          <p:nvPr/>
        </p:nvSpPr>
        <p:spPr>
          <a:xfrm>
            <a:off x="777240" y="624535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0E8EB"/>
          </a:solidFill>
          <a:ln w="9525">
            <a:solidFill>
              <a:srgbClr val="C9BAC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197864" y="61904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ไม่ใช่วันลงโค้ด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3291840" y="619048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Cabal PC ลงวันคู่ Cabal M ลงวันคี่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เริ่มใช้ยังไง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52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ตั้งครั้งเดียว จากนั้นเปิดหน้าเว็บอย่างเดียวก็พอ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475488" cy="475488"/>
          </a:xfrm>
          <a:prstGeom prst="ellipse">
            <a:avLst/>
          </a:prstGeom>
          <a:solidFill>
            <a:srgbClr val="C42B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90472" y="191109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ติดตั้งครั้งแรก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90472" y="2240280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ลงโปรแกรมที่ต้องใช้ พาล็อกอินเว็บเติมโค้ดของแต่ละเกม แล้วตั้งเวลาให้ดึงชีทเอง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863840" y="1984248"/>
            <a:ext cx="35204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73568" y="19842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2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tools\Setup.ps1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026664"/>
            <a:ext cx="475488" cy="475488"/>
          </a:xfrm>
          <a:prstGeom prst="ellipse">
            <a:avLst/>
          </a:prstGeom>
          <a:solidFill>
            <a:srgbClr val="C42B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90472" y="297180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เปิดหน้าเว็บ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90472" y="3300984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เปิดไฟล์ตรง ๆ ก็ได้ หรือเปิดผ่านเซิร์ฟเวอร์เล็ก ๆ ถ้าอยากให้ข้อมูลอัปเดตเองโดยไม่ต้องกดรีเฟรช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3044952"/>
            <a:ext cx="35204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304495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2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tools\Serve.ps1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087368"/>
            <a:ext cx="475488" cy="475488"/>
          </a:xfrm>
          <a:prstGeom prst="ellipse">
            <a:avLst/>
          </a:prstGeom>
          <a:solidFill>
            <a:srgbClr val="C42B5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90472" y="403250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ไล่กรอกวันที่ยังไม่เขียว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90472" y="4361688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คลิกช่องสีไหนก็ได้ ตารางด้านล่างจะกรองเหลือเฉพาะเกมและวันนั้นให้ทันที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148072"/>
            <a:ext cx="475488" cy="475488"/>
          </a:xfrm>
          <a:prstGeom prst="ellipse">
            <a:avLst/>
          </a:prstGeom>
          <a:solidFill>
            <a:srgbClr val="C42B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148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90472" y="50932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ให้ระบบลองเติมโค้ดจริง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90472" y="5422392"/>
            <a:ext cx="6035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สั่งครั้งเดียวได้ทุกเกม ระบบข้ามโค้ดที่เคยรู้ผลแล้ว ผลขึ้นหน้าเว็บเอง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863840" y="5166360"/>
            <a:ext cx="352044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73568" y="516636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2B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run.mjs --commit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ผลตรวจบอกอะไรได้บ้าง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15214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“ถูกใช้ไปแล้ว” ก็นับว่าโค้ดใช้ได้ เพราะแปลว่าโค้ดนั้นมีอยู่จริงในระบบเกม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5943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4086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2F4EC"/>
          </a:solidFill>
          <a:ln w="9525">
            <a:solidFill>
              <a:srgbClr val="3FA87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21579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เติมได้ / ถูกใช้ไปแล้ว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81912" y="25146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โค้ดใช้ได้แน่นอน ปล่อยให้คนดูได้เลย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5943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52958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BE3DD"/>
          </a:solidFill>
          <a:ln w="9525">
            <a:solidFill>
              <a:srgbClr val="E05C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81912" y="33467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เติมไม่ได้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81912" y="37033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โค้ดผิด หมดอายุ หรือยังไม่ถึงเวลาเริ่ม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59436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B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718304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FBEFD3"/>
          </a:solidFill>
          <a:ln w="9525">
            <a:solidFill>
              <a:srgbClr val="D9A2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45354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อ่านผลไม่ออก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81912" y="48920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หน้าเว็บตอบมาแปลก ระบบเก็บภาพหน้าจอไว้ให้ดูย้อนหลัง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52360" y="201168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ตอนนี้ดูแลอยู่เท่าไหร่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52360" y="26060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452360" y="3264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เกมที่ดูแล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464040" y="260604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809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464040" y="3264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โค้ดที่กรอกแล้ว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52360" y="4023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7452360" y="4681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ชีทที่ตามอยู่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464040" y="4023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2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464040" y="468172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นาที ต่อการดึงหนึ่งรอบ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5440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607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ข้อมูลจากการดึงชีทรอบล่าสุด 12 ส.ค. 2026 เวลา 21:55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515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EA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สิ่งที่ระบบทำแทนไม่ได้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6642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AE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บอกไว้ก่อนจะได้ไม่เข้าใจผิดว่าปล่อยทิ้งไว้ได้ทั้งหมด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258775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90A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478024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EA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รหัสผ่านต้องพิมพ์เอง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2825496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AE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ระบบเปิดเบราว์เซอร์ให้ แต่ไม่แตะรหัสผ่านและไม่ผ่าน CAPTCHA แทน — ทำครั้งเดียวต่อเกม แล้วจำไว้ให้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77240" y="3758184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90A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3648456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EA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Zone4 ต้องรันแบบเห็นหน้าจอ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995928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AE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เว็บมีด่านตรวจบอทกั้นอยู่ จึงไม่เหมาะกับงานเบื้องหลัง ต้องสั่งตรวจเป็นรอบ ๆ เอง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92861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90A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818888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EA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โค้ดส่วนใหญ่เติมได้ครั้งเดียว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5166360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C9AEB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ตรวจแล้วคือใช้ไปแล้ว คืนไม่ได้ — ให้ใช้บัญชีทดสอบ และซ้อมให้ผ่านก่อนสั่งตรวจจริงเสมอ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6144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818D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ตัวช่วยดูแลโค้ดแจกสตรีม · ปรับปรุงล่าสุด 12 ส.ค.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ตัวช่วยดูแลโค้ดแจกสตรีม</dc:title>
  <dc:subject>PptxGenJS Presentation</dc:subject>
  <dc:creator>ตัวช่วยดูแลโค้ดแจกสตรีม</dc:creator>
  <cp:lastModifiedBy>ตัวช่วยดูแลโค้ดแจกสตรีม</cp:lastModifiedBy>
  <cp:revision>1</cp:revision>
  <dcterms:created xsi:type="dcterms:W3CDTF">2026-08-12T15:38:13Z</dcterms:created>
  <dcterms:modified xsi:type="dcterms:W3CDTF">2026-08-12T15:38:13Z</dcterms:modified>
</cp:coreProperties>
</file>